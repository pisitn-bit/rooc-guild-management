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คู่มือสมาชิกกิลด์ (Guild Member Guide)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ROOC Guild Management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ขั้นตอนการสมัคร &gt; เข้าสู่ระบบ &gt; ยืนยันสิทธิ์ร่วมกิจกรรมประมูล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เพื่อความโปร่งใสและสิทธิ์ลุ้นรับรางวัลไอเทมประมูลกิลด์อย่างเป็นธรรมสูงสุด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ขั้นตอนที่ 1: การสมัครสมาชิกใหม่ (Register Account)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754880" cy="3474720"/>
          </a:xfrm>
          <a:prstGeom prst="round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วิธีการสมัครสมาชิกใหม่ด้วยตนเอง: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เข้าสู่ลิงก์เว็บไซต์ของสมาคมกิลด์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คลิกปุ่ม "สมัครสมาชิก" หรือ "Register" ที่แถบเมนูด้านบน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กรอกข้อมูลส่วนตัวของตัวละครหลัก: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**ชื่อตัวละคร (Character Name)**: ต้องตรงกับในเกมเพื่อใช้ยืนยัน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**เลเวลตัวละคร (Character Level)**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**คลาสอาชีพหลัก (Job Class)**: เลือกให้ตรงตามคลาสจริง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ตั้งรหัสผ่านความปลอดภัย (Password) สำหรับใช้ในการลงชื่อเข้าใช้ครั้งถัดไป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กดยืนยันการสมัครสมาชิก บัญชีจะเข้าระบบและพร้อมใช้งานทันที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0" y="1188720"/>
            <a:ext cx="3200400" cy="34747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0" y="137160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ข้อควรระวังในการสมัคร: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การระบุ **คลาสอาชีพหลัก** มีผลโดยตรงต่อสิทธิ์ Whitelist ในวงล้อสุ่มประมูล แอดมินอาจจำกัดการสุ่มเฉพาะบางอาชีพ ดังนั้นโปรดตรวจสอบคลาสของคุณให้ถูกต้อง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หากเปลี่ยนอาชีพหรือเลเวลตัวละครในภายหลัง สามารถเข้าไปอัปเดตข้อมูลบัญชีส่วนตัวได้ตลอดเวลาในแถบแก้ไขข้อมูลสมาชิก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ขั้นตอนที่ 2: การเข้าสู่ระบบสมาคม (Login Dashboard)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474720"/>
          </a:xfrm>
          <a:prstGeom prst="round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วิธีการเข้าสู่ระบบเพื่อใช้งานหน้าบอร์ดสมาชิก: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คลิกปุ่ม "เข้าสู่ระบบ" หรือ "Login" ที่อยู่มุมขวาบนของแถบเมนูนำทาง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กรอก **ชื่อตัวละครกิลด์ (Character Name)** และ **รหัสผ่าน (Password)** ที่สมัครไว้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กดยืนยันการล็อกอินเข้าระบบ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เมื่อตรวจสอบผ่านแล้ว ระบบจะต้อนรับคุณด้วยหน้า Dashboard ส่วนบุคคลแสดงข้อมูลสถานะของคุณในกิลด์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สิทธิประโยชน์เมื่อล็อกอินเข้าระบบสำเร็จ: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ตรวจสอบประวัติการประมูลไอเทมดรอปย้อนหลังและราคาประมูลที่กิลด์แจกจ่ายจริง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ตรวจสอบข้อมูลความถี่การเข้าร่วมวอร์ประวัติประมูลรายบุคคลเพื่อความโปร่งใส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ได้รับสิทธิ์ในการคลิกเข้าร่วมรอบกิจกรรมประมูลเพื่อสปินวงล้อทองคำ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ขั้นตอนที่ 3: ยืนยันสิทธิ์เข้าร่วมกิจกรรม (Attendance Check)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754880" cy="3474720"/>
          </a:xfrm>
          <a:prstGeom prst="round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📢 วิธีเข้าร่วมกิจกรรมเพื่อใส่รายชื่อขึ้นวงล้อสุ่ม: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ไปที่เมนูหลัก **Auctions** (การประมูลสิทธิ์)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ค้นหารอบกิจกรรมปัจจุบันที่แอดมินตั้งขึ้น (เช่น Guild League วันที่ปัจจุบัน)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เลื่อนรายชื่อสมาชิกหาชื่อตัวละครของคุณ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คลิกปุ่ม **"เข้าร่วมกิจกรรม"** แถบสีจะเปลี่ยนจากสีแดงเป็น **สีเขียวเรืองแสง** ถือเป็นการลงชื่อประวัติเช็คชื่อสำเร็จ!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การคลิกต้องทำด้วยตนเองในทุกครั้งที่มีรอบกิจกรรมใหม่เกิดขึ้น เพื่อรักษาสิทธิ์ของตนเองในการประมูลไอเทม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0" y="1188720"/>
            <a:ext cx="3200400" cy="3474720"/>
          </a:xfrm>
          <a:prstGeom prst="roundRect">
            <a:avLst/>
          </a:prstGeom>
          <a:solidFill>
            <a:srgbClr val="0A251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0" y="137160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กฎเหล็กของวงล้อนำโชค: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แอดมินจะไม่สามารถเลือกชื่อของคุณเข้าร่วมการสุ่มสิทธิ์หรือขึ้นวงล้อได้ หากคุณยังไม่ได้กดยืนยันการลงชื่อเข้าร่วมในกิจกรรมรอบนั้น ๆ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โปรดลงชื่อ Attendance ทุกครั้งหลังจบกิจกรรมกิลด์ทันที หรือก่อนที่แอดมินจะเริ่มหมุนวงล้อประมูลสุ่มรับของรางวัล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ความโปร่งใสและระบบ Priority สิทธิ์การสุ่มรางวัล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474720"/>
          </a:xfrm>
          <a:prstGeom prst="round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กฎความเป็นธรรมและระบบกระจายของรางวัลสูงสุด (Fairness Logic):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**ระบบจัดลำดับสิทธิ์ลุ้นรับรางวัล (Priority Priority Reset)**: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เพื่อให้สมาชิกทุกคนได้รับรางวัลอย่างทั่วถึง สมาชิกที่ยังไม่เคยได้รับไอเทมประมูลเลย หรือเคยได้รับน้อยที่สุด จะมีสิทธิ์ขึ้นสุ่มรายชื่อบนวงล้อก่อน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สมาชิกที่เคยได้รับของรางวัลไปแล้ว ลำดับจะตกลงมาอยู่ Priority ล่างชั่วคราว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**การรีเซ็ตคิวอัตโนมัติ (Cycle Loop Reset)**: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แอดมินและสมาชิกสามารถหมุนของต่อไปเรื่อย ๆ เมื่อทุกคนในกิจกรรมได้รับของรางวัลครบอย่างน้อย 1 ชิ้นแล้ว ระบบจะรีเซ็ตคิวอัตโนมัติ ขยับ Priority สมาชิกทั้งหมดให้กลับมามีสิทธิ์รับของชิ้นถัดไปได้ทันที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**การเชื่อมต่อ Discord Webhook**: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ทุกผลสรุปสิทธิ์ประมูลที่แอดมินสปินหรือสุ่มด่วน (Skip) จะถูกแจ้งยอดบิดส่งไปโชว์ที่ดิสคอร์ดกิลด์ทันที เพื่อยืนยันว่าไม่มีการสปินซ้ำหรือปิดบังประวัติแจกจ่ายรางวัลใดๆ สมาชิกตรวจสอบได้ 24 ชั่วโมง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เริ่มต้นใช้งานอย่างเป็นธรรมและโปร่งใสร่วมกัน!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ROOC Guild Management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หากมีคำถามเกี่ยวกับการใช้งานหรือการแก้ไขข้อมูลส่วนตัว ติดต่อแอดมินกิลด์ของคุณได้ทันที 🏆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2026-07-17T15:34:16Z</dcterms:created>
  <dcterms:modified xsi:type="dcterms:W3CDTF">2026-07-17T15:34:16Z</dcterms:modified>
</cp:coreProperties>
</file>