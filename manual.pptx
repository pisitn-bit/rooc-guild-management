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คู่มือการใช้งานระบบจัดการกิลด์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Ragnarok Origin Guild Manager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คู่มือการใช้งานแบบสมบูรณ์สำหรับผู้ดูแลระบบ (Admin) และสมาชิกกิลด์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ระบบการสุ่มวงล้อนำโชค • ระบบจัดสรรคิวประมูล • ระบบจัดเก็บข้อมูลคลาสอาชีพ Firebase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สารบัญ และ ภาพรวมระบบ (System Overview)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แดชบอร์ด &amp; สถิติวอร์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สรุปกิจกรรมกิลด์ทั้งหมดแบบเรียลไทม์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ยอดรวมประวัติการแจกจ่ายไอเทมดรอป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Activity Log บันทึกทุกความเคลื่อนไหว สมาชิก/แอดมิน เพื่อความโปร่งใส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2801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🎡 ระบบประมูล &amp; วงล้อนำโชค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ตั้งรอบกิจกรรมและจัดการของประมูล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สปินวงล้อสุ่มสิทธิ์หรือใช้สุ่มด่วน (Skip)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จัดการ Whitelist ตามคลาสอาชีพ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 Priority สุ่มผู้ได้ของรางวัลน้อยสุดก่อนอัตโนมัติ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2801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ฐานข้อมูล &amp; การเชื่อมต่อ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จัดเก็บรายชื่อสมาชิก เลเวล คลาสอาชีพ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ดึงข้อมูลและจัดการคลาสอาชีพแบบซิงก์ Firestore ในคลอเลกชัน masterData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แจ้งเตือนยอดสปินและประมูลลง Discord 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คู่มือสำหรับสมาชิกกิลด์ (Guild Member Guide)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 การยืนยันสิทธิ์เข้าร่วมวอร์ (Attendance)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เข้าหน้าเว็บไซต์ของกิลด์ เลื่อนหาหัวข้อรอบกิจกรรมประมูลปัจจุบัน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ค้นหารายชื่อของคุณ แล้วคลิกปุ่ม "เข้าร่วมกิจกรรม" (ชื่อจะเปลี่ยนเป็นแถบสีเขียวเรืองแสง)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จำเป็นต้องกดเพื่อนำรายชื่อเข้าไปสุ่มในวงล้อลุ้นสิทธิ์ประมูลไอเทม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15544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801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การตรวจสอบสิทธิ์และรางวัลที่ได้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สามารถดูสถานะของไอเทมดรอปทั้งหมดได้ในหน้าหลัก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ตรวจสอบประวัติการได้รับของผ่านแดชบอร์ดส่วนบุคคล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การประมูลสปินจะแสดงผลลัพธ์ผ่านหน้าจอและส่งประกาศยืนยันไปยังเซิร์ฟเวอร์ Discord ของกิลด์ทันที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14630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ข้อสำคัญสำหรับสมาชิกกิลด์: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สิทธิ์ในการสุ่มวงล้อจะอิงตามประวัติการเข้าร่วมกิจกรรม (Attendance Status) ในรอบนั้น ๆ เท่านั้น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หากไม่กดเข้าร่วม แอดมินจะไม่สามารถสปินรายชื่อของคุณในวงล้อสุ่มได้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สมาชิกที่เคยได้รับของรางวัลไปแล้ว ลำดับความสำคัญในการสุ่มรอบถัดไปจะลดลงชั่วคราว เพื่อเปิดโอกาสให้เพื่อนร่วมกิลด์ที่ยังไม่ได้รับรางวัลได้มีโอกาสรับสิทธิ์ก่อน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แอดมิน: การสร้างกิจกรรมและของดรอป (Create Event)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ขั้นตอนการสร้างและจัดการรอบกิจกรรม: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ไปที่แท็บ Auctions คลิกปุ่ม "ตั้งรอบกิจกรรม / ดรอปไอเทมใหม่"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กรอกหัวข้อกิจกรรม เลือกประเภท (Guild League / Overrun) และใส่วันที่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การระบุของดรอป: เลือกไอเทมหลักจากคลังไอเทมเพื่อแอดเข้าสู่กิจกรรม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*พิเศษ: สามารถกดสร้างกิจกรรมเปล่าโดยไม่เลือกของรางวัลเลยก็ทำได้ เพื่อจัดรอบ Attendance ก่อน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เมื่อกดตกลง ระบบจะโพสต์ข้อความเชิญชวนสมาชิกเข้าร่วมลง Discord Webhook ให้โดยอัตโนมัติ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ในกรณีที่ต้องการแก้ไขไอเทมดรอป สามารถเพิ่มหรือลบไอเทมจากกิจกรรมที่กำลังใช้งานอยู่ได้ทันที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0" y="128016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การตั้งค่าสิทธิ์ Whitelist: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แอดมินสามารถคลิกไอคอนรูปเฟือง ⚙️ ข้างรายการของดรอปเพื่อเปิดตั้งค่า Whitelist ได้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เลือกกรองตามคลาสอาชีพ (เช่น ให้เฉพาะคลาส Priest มีสิทธิ์ลุ้นรับขนนกแดง)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เลือกกรองเจาะจงรายชื่อสมาชิก (บังคับสิทธิ์สปินสำหรับกลุ่มสมาชิกที่กำหนดเท่านั้น)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แอดมิน: ระบบวงล้อประมูล &amp; ปุ่ม Skip ด่วน (Raffle Engine)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🎡 สปินวงล้อ (Classic Spin)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"สปินวงล้อ"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วงล้อจะเล่นอนิเมชันหมุนสุ่มพร้อมแรงเสียดทานการชะลอความเร็วสมจริง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เหมาะสำหรับสร้างความสนุก ตื่นเต้น เร้าใจ ขณะเปิดประมูลกับสมาชิกสด 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เมื่อแสดงผลผู้ชนะ แอดมินสามารถกดยืนยันเพื่อบันทึกลงระบบ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2801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สปินด่วน (Skip Button)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"Skip" สีเหลืองทอง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บังคับคำนวณผู้ชนะและประกาศผลทันที ข้ามอนิเมชันการหมุนทั้งหมด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เหมาะอย่างยิ่งสำหรับกิจกรรมที่มีไอเทมจำนวนมากและต้องการความเร็วสูง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ยืดหยุ่นสูงสุดด้วยการกดเคลียร์อนุมัติสิทธิ์ได้ภายในไม่กี่วินาที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5603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2801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🎲 สุ่มแบ่งสิทธิ์เฉลี่ยอัตโนมัติ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สุ่มจัดสรรแบ่งรางวัลทั้งหมดให้กับผู้มีสิทธิ์ในคลิกเดียว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ระบบจัดลำดับเฉลี่ยแบบ Fair Allocation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กระจายของดรอปให้กับสมาชิกอย่างรวดเร็วและเป็นธรรมที่สุดตามความถี่การวอร์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แอดมิน: ลอจิกการจัดสิทธิ์และคิว (Priority Rules)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3891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หลักการทำงานของระบบคิวผู้มีสิทธิ์สุ่ม: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**การคัดกรองสมาชิก**: ระบบจะตรวจสอบว่าผู้เข้าร่วมแต่ละคนเคยได้รับของในกิจกรรมรอบนี้ (หรือได้รับรางวัลในรอบการหมุนนี้) ไปแล้วกี่ชิ้น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**จำกัดผู้สปินเฉพาะ Priority สูงสุด**: วงล้อจะแสดงเฉพาะรายชื่อของสมาชิกที่ได้รับของรางวัลน้อยที่สุดในขณะนั้น เพื่อให้เกิดการกระจายไอเทมประมูลอย่างทั่วถึง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**ตัวอย่างลอจิก**: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มีสมาชิก 40 คน ของดรอป 10 ชิ้น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หมุนรอบที่ 1-9: สมาชิกที่เคยชนะแล้ว 9 คนแรกจะหมดสิทธิ์สปินชั่วคราว เหลือผู้ยังไม่ได้ของ 31 คนลุ้นสิทธิ์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หากรอบสุดท้ายไม่มีคนสิทธิ์พอ (ทุกคนมีของอย่างน้อย 1 ชิ้นแล้ว) ระบบจะขยับสิทธิ์ลุ้นกลับมาที่กลุ่มคนเคยได้แล้ว เพื่อเริ่มลูปใหม่ทันทีแบบปลอดภัย (Incremental Threshold Reset)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20640" y="1188720"/>
            <a:ext cx="3566160" cy="3474720"/>
          </a:xfrm>
          <a:prstGeom prst="roundRect">
            <a:avLst/>
          </a:prstGeom>
          <a:solidFill>
            <a:srgbClr val="18223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37160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📌 ลำดับขั้นตอนลอจิกอัตโนมัติ: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[ค้นหาค่า assigned count ต่ำที่สุดของสมาชิกที่เข้าร่วม]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[กรองสมาชิกที่มี assigned count เท่ากับค่านั้นขึ้นวงล้อ]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[สุ่มผลผู้โชคดี (แบบสปินปกติ หรือสุ่มด่วน Skip)]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[เมื่ออนุมัติ ยอด assigned count ของผู้ชนะจะเพิ่มขึ้น]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[หากตัวสปินไอเทมยังเหลือ และทุกคนได้ของเท่ากันแล้ว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เกณฑ์ assigned count จะปรับเพิ่มโดยอัตโนมัติ]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แอดมิน: จัดการฐานข้อมูลอาชีพ &amp; การแจ้งเตือน Discord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ระบบซิงก์ข้อมูลคลาสอาชีพ (Job Classes):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หน้าตั้งค่า in Config Tab (แท็บจัดการข้อมูลอาชีพ) จะอ่านข้อมูลจากคลังหลักบนคลาวด์ Firebase (คลอเลกชัน masterData เอกสาร jobClasses)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ช่วยให้ระบบแสดงรายการคลาสสอดคล้องกับตัวละครจริงในกิลด์ เช่น Lord Knight, High Wizard, Sniper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หากฐานข้อมูลว่างเปล่า ระบบจะสร้างฐานข้อมูลอาชีพมาตรฐานให้อัตโนมัติ ป้องกันระบบขัดข้อง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สามารถลบ/อัปเดต และสร้างอาชีพใหม่ได้เรียลไทม์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801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การเชื่อมต่อแจ้งเตือน Discord Webhook: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ใช้สำหรับยิงประกาศสถานะและผลสรุปสำคัญอัตโนมัติลงช่องแชต Discord ของสมาคม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**ประเภทการแจ้งเตือน**: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📢 ประกาศเปิดรอบกิจกรรมประมูลใหม่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🎡 ผลสรุปผู้ได้รับสิทธิ์ประมูลไอเทมดรอปจากวงล้อสปินปกติ/สปินด่วน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💰 สรุปยอดราคาบิดประมูลและการกระจายรางวัล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สามารถเข้าไปตั้งค่า / เปลี่ยน URL Webhook ได้ในหน้า Config Tab เมนู "Discord Webhooks Settings"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สิ้นสุดการแนะนำการใช้งาน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ROOC Guild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ขอขอบคุณที่ใช้งานระบบประมูลและสุ่มสิทธิ์กิลด์ทองคำเพื่อความเท่าเทียมและโปร่งใสสูงสุด 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2026-07-17T15:31:37Z</dcterms:created>
  <dcterms:modified xsi:type="dcterms:W3CDTF">2026-07-17T15:31:37Z</dcterms:modified>
</cp:coreProperties>
</file>